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66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0972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79A4A7-40C8-EBAC-C05A-6B3F999E4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AB3B62-22DD-872F-809A-8774FF0F1CFE}"/>
              </a:ext>
            </a:extLst>
          </p:cNvPr>
          <p:cNvSpPr txBox="1"/>
          <p:nvPr/>
        </p:nvSpPr>
        <p:spPr>
          <a:xfrm>
            <a:off x="5071532" y="1767025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Taller ABP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69BD8C-56EE-D457-005D-041F61E4D09F}"/>
              </a:ext>
            </a:extLst>
          </p:cNvPr>
          <p:cNvSpPr txBox="1"/>
          <p:nvPr/>
        </p:nvSpPr>
        <p:spPr>
          <a:xfrm>
            <a:off x="4393353" y="2684996"/>
            <a:ext cx="273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Por:</a:t>
            </a:r>
          </a:p>
          <a:p>
            <a:r>
              <a:rPr lang="es-CO" dirty="0"/>
              <a:t>Santiago Pérez Benavidez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3F7EA1-E4C5-2408-4101-43B362E671A8}"/>
              </a:ext>
            </a:extLst>
          </p:cNvPr>
          <p:cNvSpPr txBox="1"/>
          <p:nvPr/>
        </p:nvSpPr>
        <p:spPr>
          <a:xfrm>
            <a:off x="4393353" y="3930133"/>
            <a:ext cx="353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Computación en la nube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658368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40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Problemática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9334" y="1816946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s-419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419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419" sz="2000" dirty="0">
                <a:solidFill>
                  <a:srgbClr val="000000"/>
                </a:solidFill>
              </a:rPr>
              <a:t>Muchas pequeñas empresas almacenan información crítica en equipos locales o dispositivos externos, generando riesgos importantes.</a:t>
            </a: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Perdida de información.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Accesos no autorizados.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Falta de respaldos.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Baja disponibilidad.</a:t>
            </a:r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AB27240-5281-9B9E-13F5-EB8F210C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5EDB98B-B271-4580-4C41-7F54A456B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841">
            <a:off x="5836467" y="3188546"/>
            <a:ext cx="3255276" cy="234679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585555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98120" y="70425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Objetivos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000" dirty="0">
                <a:solidFill>
                  <a:srgbClr val="000000"/>
                </a:solidFill>
              </a:rPr>
              <a:t>Diseñar e implementar una arquitectura en la nube para almacenar y proteger información empresarial utilizando servicios de AWS.</a:t>
            </a:r>
            <a:endParaRPr lang="en-US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529A85-24F6-1042-A52F-57C1DFE2A9BC}"/>
              </a:ext>
            </a:extLst>
          </p:cNvPr>
          <p:cNvSpPr txBox="1"/>
          <p:nvPr/>
        </p:nvSpPr>
        <p:spPr>
          <a:xfrm>
            <a:off x="804333" y="3081867"/>
            <a:ext cx="106561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Objetivos Específicos:</a:t>
            </a:r>
          </a:p>
          <a:p>
            <a:endParaRPr lang="es-419" dirty="0"/>
          </a:p>
          <a:p>
            <a:r>
              <a:rPr lang="es-419" dirty="0"/>
              <a:t>Centralizar el almacenamiento de documentos.</a:t>
            </a:r>
          </a:p>
          <a:p>
            <a:r>
              <a:rPr lang="es-419" dirty="0"/>
              <a:t>Implementar control de acceso seguro.</a:t>
            </a:r>
          </a:p>
          <a:p>
            <a:r>
              <a:rPr lang="es-419" dirty="0"/>
              <a:t>Cifrar la información almacenada.</a:t>
            </a:r>
          </a:p>
          <a:p>
            <a:r>
              <a:rPr lang="es-419" dirty="0"/>
              <a:t>Crear respaldos automáticos.</a:t>
            </a:r>
          </a:p>
          <a:p>
            <a:r>
              <a:rPr lang="es-419" dirty="0"/>
              <a:t>Monitorear eventos de seguridad.</a:t>
            </a:r>
          </a:p>
          <a:p>
            <a:r>
              <a:rPr lang="es-419" dirty="0"/>
              <a:t>Generar alertas automáticas ante incidentes.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306E67-99C1-0E80-2320-67959F352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70D41D-0B55-1E4A-AFA6-D8D60D7B0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84" y="2828681"/>
            <a:ext cx="3483851" cy="2814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672094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727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Solución Propuesta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7CE5EA-9AB9-CBF0-CA8B-4781E32FF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686" y="6048262"/>
            <a:ext cx="1724266" cy="80973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74BF8EE-F905-5772-E070-A9FA3E67ABAF}"/>
              </a:ext>
            </a:extLst>
          </p:cNvPr>
          <p:cNvSpPr txBox="1"/>
          <p:nvPr/>
        </p:nvSpPr>
        <p:spPr>
          <a:xfrm>
            <a:off x="381000" y="2218267"/>
            <a:ext cx="107611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Se propone una solución basada en servicios administrados de AWS para garantizar:</a:t>
            </a:r>
          </a:p>
          <a:p>
            <a:r>
              <a:rPr lang="es-419" dirty="0"/>
              <a:t>Características</a:t>
            </a:r>
          </a:p>
          <a:p>
            <a:r>
              <a:rPr lang="es-419" dirty="0"/>
              <a:t>Almacenamiento seguro</a:t>
            </a:r>
          </a:p>
          <a:p>
            <a:r>
              <a:rPr lang="es-419" dirty="0"/>
              <a:t>Protección mediante cifrado</a:t>
            </a:r>
          </a:p>
          <a:p>
            <a:r>
              <a:rPr lang="es-419" dirty="0"/>
              <a:t>Respaldo automatizado</a:t>
            </a:r>
          </a:p>
          <a:p>
            <a:r>
              <a:rPr lang="es-419" dirty="0"/>
              <a:t>Gestión de usuarios y permisos</a:t>
            </a:r>
          </a:p>
          <a:p>
            <a:r>
              <a:rPr lang="es-419" dirty="0"/>
              <a:t>Monitoreo en tiempo real</a:t>
            </a:r>
          </a:p>
          <a:p>
            <a:r>
              <a:rPr lang="es-419" dirty="0"/>
              <a:t>Notificaciones automáticas</a:t>
            </a:r>
          </a:p>
          <a:p>
            <a:r>
              <a:rPr lang="es-419" dirty="0"/>
              <a:t>Beneficios</a:t>
            </a:r>
          </a:p>
          <a:p>
            <a:r>
              <a:rPr lang="es-419" dirty="0"/>
              <a:t>Alta disponibilidad.</a:t>
            </a:r>
          </a:p>
          <a:p>
            <a:r>
              <a:rPr lang="es-419" dirty="0"/>
              <a:t>Escalabilidad.</a:t>
            </a:r>
          </a:p>
          <a:p>
            <a:r>
              <a:rPr lang="es-419" dirty="0"/>
              <a:t>Seguridad empresarial.</a:t>
            </a:r>
          </a:p>
          <a:p>
            <a:r>
              <a:rPr lang="es-419" dirty="0"/>
              <a:t>Bajo costo operativo.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D67D4DF-CE12-72BF-135D-08F3844E6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039532"/>
            <a:ext cx="4206240" cy="23859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548640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685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Servicios AWS Utilizados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6FDA10-AE5B-82F4-713F-097509AEA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438B37E-F188-8F29-A5F1-916582B85E16}"/>
              </a:ext>
            </a:extLst>
          </p:cNvPr>
          <p:cNvSpPr txBox="1"/>
          <p:nvPr/>
        </p:nvSpPr>
        <p:spPr>
          <a:xfrm>
            <a:off x="762000" y="1879600"/>
            <a:ext cx="87460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Componentes de la Solución:</a:t>
            </a:r>
          </a:p>
          <a:p>
            <a:r>
              <a:rPr lang="es-CO" b="1" dirty="0"/>
              <a:t>Amazon S3</a:t>
            </a:r>
          </a:p>
          <a:p>
            <a:r>
              <a:rPr lang="es-CO" dirty="0"/>
              <a:t>Almacenamiento seguro de documentos.</a:t>
            </a:r>
          </a:p>
          <a:p>
            <a:r>
              <a:rPr lang="es-CO" b="1" dirty="0"/>
              <a:t>AWS IAM</a:t>
            </a:r>
          </a:p>
          <a:p>
            <a:r>
              <a:rPr lang="es-CO" dirty="0"/>
              <a:t>Control de usuarios y permisos.</a:t>
            </a:r>
          </a:p>
          <a:p>
            <a:r>
              <a:rPr lang="es-CO" b="1" dirty="0"/>
              <a:t>AWS KMS</a:t>
            </a:r>
          </a:p>
          <a:p>
            <a:r>
              <a:rPr lang="es-CO" dirty="0"/>
              <a:t>Cifrado de información sensible.</a:t>
            </a:r>
          </a:p>
          <a:p>
            <a:r>
              <a:rPr lang="es-CO" b="1" dirty="0"/>
              <a:t>AWS Backup</a:t>
            </a:r>
          </a:p>
          <a:p>
            <a:r>
              <a:rPr lang="es-CO" dirty="0"/>
              <a:t>Automatización de respaldos.</a:t>
            </a:r>
          </a:p>
          <a:p>
            <a:r>
              <a:rPr lang="es-CO" b="1" dirty="0"/>
              <a:t>Amazon CloudWatch</a:t>
            </a:r>
          </a:p>
          <a:p>
            <a:r>
              <a:rPr lang="es-CO" dirty="0"/>
              <a:t>Monitoreo de eventos y actividades.</a:t>
            </a:r>
          </a:p>
          <a:p>
            <a:r>
              <a:rPr lang="es-CO" b="1" dirty="0"/>
              <a:t>Amazon SNS</a:t>
            </a:r>
          </a:p>
          <a:p>
            <a:r>
              <a:rPr lang="es-CO" dirty="0"/>
              <a:t>Envío de notificaciones y alertas.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860D6AA-15CC-E41C-AE65-74AB2905F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182" y="2337848"/>
            <a:ext cx="6288685" cy="2571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597922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64253" y="67257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Arquitectura de la Solución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F352D3-E32D-5081-6BD1-31D1DD996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0AC70C9-07CF-F188-968D-AE4885717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1306927"/>
            <a:ext cx="7653867" cy="4741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626533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63693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Flujo de Operación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54F340-84AC-6E3D-1172-98DCF7B0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EC4CF4-029F-940E-EDD0-828E5AA23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371600"/>
            <a:ext cx="7653868" cy="514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2421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64253" y="629581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Implementación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061A1C-9CC8-BD86-F182-150B869D5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4DD0D25-9AD5-FE54-72ED-4D7CEAF42AE8}"/>
              </a:ext>
            </a:extLst>
          </p:cNvPr>
          <p:cNvSpPr txBox="1"/>
          <p:nvPr/>
        </p:nvSpPr>
        <p:spPr>
          <a:xfrm>
            <a:off x="575733" y="1651000"/>
            <a:ext cx="8466667" cy="418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8D02DC-6D60-9849-1194-5F538F881C12}"/>
              </a:ext>
            </a:extLst>
          </p:cNvPr>
          <p:cNvSpPr txBox="1"/>
          <p:nvPr/>
        </p:nvSpPr>
        <p:spPr>
          <a:xfrm>
            <a:off x="372534" y="1837267"/>
            <a:ext cx="86698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Configuración de Servicios AWS</a:t>
            </a:r>
          </a:p>
          <a:p>
            <a:r>
              <a:rPr lang="es-419" dirty="0"/>
              <a:t>Creación del Bucket S3.</a:t>
            </a:r>
          </a:p>
          <a:p>
            <a:r>
              <a:rPr lang="es-419" dirty="0"/>
              <a:t>Configuración de usuarios IAM.</a:t>
            </a:r>
          </a:p>
          <a:p>
            <a:r>
              <a:rPr lang="es-419" dirty="0"/>
              <a:t>Habilitación de cifrado KMS.</a:t>
            </a:r>
          </a:p>
          <a:p>
            <a:r>
              <a:rPr lang="es-419" dirty="0"/>
              <a:t>Creación del plan de respaldo.</a:t>
            </a:r>
          </a:p>
          <a:p>
            <a:r>
              <a:rPr lang="es-419" dirty="0"/>
              <a:t>Configuración de CloudWatch.</a:t>
            </a:r>
          </a:p>
          <a:p>
            <a:r>
              <a:rPr lang="es-419" dirty="0"/>
              <a:t>Configuración de SNS.</a:t>
            </a:r>
          </a:p>
          <a:p>
            <a:r>
              <a:rPr lang="es-419" dirty="0"/>
              <a:t>Infraestructura como Código</a:t>
            </a:r>
          </a:p>
          <a:p>
            <a:r>
              <a:rPr lang="es-419" dirty="0"/>
              <a:t>Se desarrollaron scripts Bash y archivos Terraform para automatizar el despliegue de la solución.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5A1D0B-41C2-3FEA-1F3E-F987DFC45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533" y="1369907"/>
            <a:ext cx="3344738" cy="19828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4979"/>
            <a:ext cx="1218895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74397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Repositorio GitHub y Conclusiones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563361-3C87-2DDB-299E-9DDD1F61F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048262"/>
            <a:ext cx="1724266" cy="80973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76FF82F-A029-E8B8-CD35-DBC997A2ACC3}"/>
              </a:ext>
            </a:extLst>
          </p:cNvPr>
          <p:cNvSpPr txBox="1"/>
          <p:nvPr/>
        </p:nvSpPr>
        <p:spPr>
          <a:xfrm>
            <a:off x="372534" y="2015067"/>
            <a:ext cx="5037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Conclusiones</a:t>
            </a:r>
          </a:p>
          <a:p>
            <a:r>
              <a:rPr lang="es-419" dirty="0"/>
              <a:t>AWS proporciona herramientas robustas para la protección de la información. La solución diseñada mejora significativamente la seguridad y disponibilidad de los datos. Cloud Secure SME es una alternativa viable para pequeñas empresas que buscan modernizar su infraestructura tecnológica. La arquitectura propuesta puede crecer y adaptarse a nuevas necesidades del negocio.</a:t>
            </a:r>
          </a:p>
          <a:p>
            <a:endParaRPr lang="es-419" dirty="0"/>
          </a:p>
          <a:p>
            <a:r>
              <a:rPr lang="es-CO" b="1" dirty="0"/>
              <a:t>GitHub: https://github.com/santiago190298-afk/tallerABP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D93BB-2512-BF52-0945-38502B42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2" y="1456267"/>
            <a:ext cx="6663266" cy="45919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338</Words>
  <Application>Microsoft Office PowerPoint</Application>
  <PresentationFormat>Panorámica</PresentationFormat>
  <Paragraphs>77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Santiago Pérez Benavidez</dc:creator>
  <cp:lastModifiedBy>Santiago Wl</cp:lastModifiedBy>
  <cp:revision>3</cp:revision>
  <dcterms:created xsi:type="dcterms:W3CDTF">2026-09-10T00:59:41Z</dcterms:created>
  <dcterms:modified xsi:type="dcterms:W3CDTF">2026-09-10T01:24:58Z</dcterms:modified>
</cp:coreProperties>
</file>